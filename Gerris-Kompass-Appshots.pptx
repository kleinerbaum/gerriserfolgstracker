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5a9cbae8fd49be" /><Relationship Type="http://schemas.openxmlformats.org/officeDocument/2006/relationships/extended-properties" Target="/docProps/app.xml" Id="R68c35cd2e5be4251" /><Relationship Type="http://schemas.openxmlformats.org/officeDocument/2006/relationships/officeDocument" Target="/ppt/presentation.xml" Id="R859d601cfe8c46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8b80138e644c5a"/>
  </p:sldMasterIdLst>
  <p:notesMasterIdLst>
    <p:notesMasterId xmlns:r="http://schemas.openxmlformats.org/officeDocument/2006/relationships" r:id="R261ac36625c24cb9"/>
  </p:notesMasterIdLst>
  <p:sldIdLst>
    <p:sldId xmlns:r="http://schemas.openxmlformats.org/officeDocument/2006/relationships" id="256" r:id="R5eaea2329bdc4093"/>
    <p:sldId xmlns:r="http://schemas.openxmlformats.org/officeDocument/2006/relationships" id="257" r:id="R5a92afd0b9ea42ae"/>
    <p:sldId xmlns:r="http://schemas.openxmlformats.org/officeDocument/2006/relationships" id="258" r:id="Ra8e9db1d11884953"/>
    <p:sldId xmlns:r="http://schemas.openxmlformats.org/officeDocument/2006/relationships" id="259" r:id="R09498e54e5b34609"/>
    <p:sldId xmlns:r="http://schemas.openxmlformats.org/officeDocument/2006/relationships" id="260" r:id="Rb5f6c49264334237"/>
    <p:sldId xmlns:r="http://schemas.openxmlformats.org/officeDocument/2006/relationships" id="261" r:id="R39db0197d2084fc2"/>
    <p:sldId xmlns:r="http://schemas.openxmlformats.org/officeDocument/2006/relationships" id="262" r:id="R706240ee8bdb4451"/>
    <p:sldId xmlns:r="http://schemas.openxmlformats.org/officeDocument/2006/relationships" id="263" r:id="Rb75d98e3d2684954"/>
    <p:sldId xmlns:r="http://schemas.openxmlformats.org/officeDocument/2006/relationships" id="264" r:id="R89f3ddd3f9284ac5"/>
    <p:sldId xmlns:r="http://schemas.openxmlformats.org/officeDocument/2006/relationships" id="265" r:id="R65978be5ddf54318"/>
    <p:sldId xmlns:r="http://schemas.openxmlformats.org/officeDocument/2006/relationships" id="266" r:id="Rd94355f74bbf4c2a"/>
    <p:sldId xmlns:r="http://schemas.openxmlformats.org/officeDocument/2006/relationships" id="267" r:id="R3688484c452e42cd"/>
    <p:sldId xmlns:r="http://schemas.openxmlformats.org/officeDocument/2006/relationships" id="268" r:id="R1a42ad18b0b94b9f"/>
    <p:sldId xmlns:r="http://schemas.openxmlformats.org/officeDocument/2006/relationships" id="269" r:id="R6f68375969f44e81"/>
    <p:sldId xmlns:r="http://schemas.openxmlformats.org/officeDocument/2006/relationships" id="270" r:id="R31d45912e7ae4b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1ee4e4565745ba" /><Relationship Type="http://schemas.openxmlformats.org/officeDocument/2006/relationships/slideMaster" Target="/ppt/slideMasters/slideMaster1.xml" Id="R028b80138e644c5a" /><Relationship Type="http://schemas.openxmlformats.org/officeDocument/2006/relationships/notesMaster" Target="/ppt/notesMasters/notesMaster1.xml" Id="R261ac36625c24cb9" /><Relationship Type="http://schemas.openxmlformats.org/officeDocument/2006/relationships/presProps" Target="/ppt/presProps.xml" Id="Rc081d7203a1c4713" /><Relationship Type="http://schemas.openxmlformats.org/officeDocument/2006/relationships/viewProps" Target="/ppt/viewProps.xml" Id="R8c37f98999ea4429" /><Relationship Type="http://schemas.openxmlformats.org/officeDocument/2006/relationships/tableStyles" Target="/ppt/tableStyles.xml" Id="R0ee90155d03744c8" /><Relationship Type="http://schemas.openxmlformats.org/officeDocument/2006/relationships/slide" Target="/ppt/slides/slide1.xml" Id="R5eaea2329bdc4093" /><Relationship Type="http://schemas.openxmlformats.org/officeDocument/2006/relationships/slide" Target="/ppt/slides/slide2.xml" Id="R5a92afd0b9ea42ae" /><Relationship Type="http://schemas.openxmlformats.org/officeDocument/2006/relationships/slide" Target="/ppt/slides/slide3.xml" Id="Ra8e9db1d11884953" /><Relationship Type="http://schemas.openxmlformats.org/officeDocument/2006/relationships/slide" Target="/ppt/slides/slide4.xml" Id="R09498e54e5b34609" /><Relationship Type="http://schemas.openxmlformats.org/officeDocument/2006/relationships/slide" Target="/ppt/slides/slide5.xml" Id="Rb5f6c49264334237" /><Relationship Type="http://schemas.openxmlformats.org/officeDocument/2006/relationships/slide" Target="/ppt/slides/slide6.xml" Id="R39db0197d2084fc2" /><Relationship Type="http://schemas.openxmlformats.org/officeDocument/2006/relationships/slide" Target="/ppt/slides/slide7.xml" Id="R706240ee8bdb4451" /><Relationship Type="http://schemas.openxmlformats.org/officeDocument/2006/relationships/slide" Target="/ppt/slides/slide8.xml" Id="Rb75d98e3d2684954" /><Relationship Type="http://schemas.openxmlformats.org/officeDocument/2006/relationships/slide" Target="/ppt/slides/slide9.xml" Id="R89f3ddd3f9284ac5" /><Relationship Type="http://schemas.openxmlformats.org/officeDocument/2006/relationships/slide" Target="/ppt/slides/slide10.xml" Id="R65978be5ddf54318" /><Relationship Type="http://schemas.openxmlformats.org/officeDocument/2006/relationships/slide" Target="/ppt/slides/slide11.xml" Id="Rd94355f74bbf4c2a" /><Relationship Type="http://schemas.openxmlformats.org/officeDocument/2006/relationships/slide" Target="/ppt/slides/slide12.xml" Id="R3688484c452e42cd" /><Relationship Type="http://schemas.openxmlformats.org/officeDocument/2006/relationships/slide" Target="/ppt/slides/slide13.xml" Id="R1a42ad18b0b94b9f" /><Relationship Type="http://schemas.openxmlformats.org/officeDocument/2006/relationships/slide" Target="/ppt/slides/slide14.xml" Id="R6f68375969f44e81" /><Relationship Type="http://schemas.openxmlformats.org/officeDocument/2006/relationships/slide" Target="/ppt/slides/slide15.xml" Id="R31d45912e7ae4b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ec58251b574d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2cd5da2935425b" /><Relationship Type="http://schemas.openxmlformats.org/officeDocument/2006/relationships/notesMaster" Target="/ppt/notesMasters/notesMaster1.xml" Id="Ra24b8d74295a44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dfe54410aa47cd" /><Relationship Type="http://schemas.openxmlformats.org/officeDocument/2006/relationships/notesMaster" Target="/ppt/notesMasters/notesMaster1.xml" Id="R0283f126305844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f770b6a8f44cff" /><Relationship Type="http://schemas.openxmlformats.org/officeDocument/2006/relationships/notesMaster" Target="/ppt/notesMasters/notesMaster1.xml" Id="R8b03b4c9a78d43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3b9b7bf83e4f73" /><Relationship Type="http://schemas.openxmlformats.org/officeDocument/2006/relationships/notesMaster" Target="/ppt/notesMasters/notesMaster1.xml" Id="Rf84f6100d63145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8e45e741384962" /><Relationship Type="http://schemas.openxmlformats.org/officeDocument/2006/relationships/notesMaster" Target="/ppt/notesMasters/notesMaster1.xml" Id="R1e59bb6a8fb54c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52268293ba43bf" /><Relationship Type="http://schemas.openxmlformats.org/officeDocument/2006/relationships/notesMaster" Target="/ppt/notesMasters/notesMaster1.xml" Id="Rb4b6a3d5947d4f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81946015ec4e0c" /><Relationship Type="http://schemas.openxmlformats.org/officeDocument/2006/relationships/notesMaster" Target="/ppt/notesMasters/notesMaster1.xml" Id="R441f9b4b4a4a4c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e2ddd0e3664a40" /><Relationship Type="http://schemas.openxmlformats.org/officeDocument/2006/relationships/notesMaster" Target="/ppt/notesMasters/notesMaster1.xml" Id="R683c9d80ac3547c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1375dc98404faa" /><Relationship Type="http://schemas.openxmlformats.org/officeDocument/2006/relationships/notesMaster" Target="/ppt/notesMasters/notesMaster1.xml" Id="Rad4f56f0af1b4b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0530c9a34c4d08" /><Relationship Type="http://schemas.openxmlformats.org/officeDocument/2006/relationships/notesMaster" Target="/ppt/notesMasters/notesMaster1.xml" Id="Rbc0cd2c570ac44e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3e04aa5aba548e4" /><Relationship Type="http://schemas.openxmlformats.org/officeDocument/2006/relationships/notesMaster" Target="/ppt/notesMasters/notesMaster1.xml" Id="R58ddaf43053949b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a2da0a1020a490c" /><Relationship Type="http://schemas.openxmlformats.org/officeDocument/2006/relationships/notesMaster" Target="/ppt/notesMasters/notesMaster1.xml" Id="R5fa7764eb34b4ab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0dd8818338c4362" /><Relationship Type="http://schemas.openxmlformats.org/officeDocument/2006/relationships/notesMaster" Target="/ppt/notesMasters/notesMaster1.xml" Id="Rd7dcc4d9e452494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eedf54e7735442c" /><Relationship Type="http://schemas.openxmlformats.org/officeDocument/2006/relationships/notesMaster" Target="/ppt/notesMasters/notesMaster1.xml" Id="Ref7a024d1d72410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3f746ee92f44f73" /><Relationship Type="http://schemas.openxmlformats.org/officeDocument/2006/relationships/notesMaster" Target="/ppt/notesMasters/notesMaster1.xml" Id="R97c5ce705c4b4c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Die Präsentation führt durch alle sechs Hauptansichten und zeigt pro Ansicht Einstieg und Detailbereich.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Gerris Kompass, Produktionsversion 1: https://gerris-kompass.gerrit22.chatgpt.site/</a:t>
            </a:r>
          </a:p>
          <a:p xmlns:a="http://schemas.openxmlformats.org/drawingml/2006/main">
            <a:r>
              <a:t>- Appshot aus der angemeldeten Produktions-App, aufgenommen am 29.07.2026.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Die Reihenfolge folgt der Navigation der produktiven App.</a:t>
            </a:r>
          </a:p>
          <a:p xmlns:a="http://schemas.openxmlformats.org/drawingml/2006/main">
            <a:r>
              <a:t>Jede Ansicht wird mit einem oberen und einem unteren Inhaltszustand gezeigt.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Gerris Kompass, Produktionsversion 1: https://gerris-kompass.gerrit22.chatgpt.site/</a:t>
            </a:r>
          </a:p>
          <a:p xmlns:a="http://schemas.openxmlformats.org/drawingml/2006/main">
            <a:r>
              <a:t>- Appshot aus der angemeldeten Produktions-App, aufgenommen am 29.07.2026.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Der Einstieg zeigt Tagesfokus, Coach-Impuls, Kennzahlen und die zentrale Navigation.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Gerris Kompass, Produktionsversion 1: https://gerris-kompass.gerrit22.chatgpt.site/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Appshot aus der angemeldeten Produktions-App, aufgenommen am 29.07.2026.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Der Detailbereich verbindet Aufgaben, Agenda, Zahlungen und angebundene Google-Dienste.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Gerris Kompass, Produktionsversion 1: https://gerris-kompass.gerrit22.chatgpt.site/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Appshot aus der angemeldeten Produktions-App, aufgenommen am 29.07.2026.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Die Aufgabenansicht stellt die Eisenhower-Logik als direkt bedienbares Board dar.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Gerris Kompass, Produktionsversion 1: https://gerris-kompass.gerrit22.chatgpt.site/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Appshot aus der angemeldeten Produktions-App, aufgenommen am 29.07.2026.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Der untere Ausschnitt zeigt weitere Karten und die Fortschrittszusammenfassung.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Gerris Kompass, Produktionsversion 1: https://gerris-kompass.gerrit22.chatgpt.site/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Appshot aus der angemeldeten Produktions-App, aufgenommen am 29.07.2026.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Die Kalenderansicht kombiniert Termine, Agenda und private Erinnerungen.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Gerris Kompass, Produktionsversion 1: https://gerris-kompass.gerrit22.chatgpt.site/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Appshot aus der angemeldeten Produktions-App, aufgenommen am 29.07.2026.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Der Detailausschnitt zeigt die eingebettete Monatsansicht und weiterführende Kalenderinformationen.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Gerris Kompass, Produktionsversion 1: https://gerris-kompass.gerrit22.chatgpt.site/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Appshot aus der angemeldeten Produktions-App, aufgenommen am 29.07.2026.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Die Finanzübersicht zeigt Monatssumme, nächste Zahlungen, Budgetverlauf und Budgetstatus.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Gerris Kompass, Produktionsversion 1: https://gerris-kompass.gerrit22.chatgpt.site/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Appshot aus der angemeldeten Produktions-App, aufgenommen am 29.07.2026.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Der Detailausschnitt zeigt Kostenfilter und die Liste aller Posten.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Gerris Kompass, Produktionsversion 1: https://gerris-kompass.gerrit22.chatgpt.site/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Appshot aus der angemeldeten Produktions-App, aufgenommen am 29.07.2026.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Die Unterlagenansicht zeigt Ordnerstruktur, Dateikarten und Drive-Anbindung.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Gerris Kompass, Produktionsversion 1: https://gerris-kompass.gerrit22.chatgpt.site/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Appshot aus der angemeldeten Produktions-App, aufgenommen am 29.07.2026.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Der Detailausschnitt zeigt weitere Ordner und den Beginn der Dokumentvorschau.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Gerris Kompass, Produktionsversion 1: https://gerris-kompass.gerrit22.chatgpt.site/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Appshot aus der angemeldeten Produktions-App, aufgenommen am 29.07.2026.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Die Journalansicht verbindet Tagesbewertung, Freitext und den Verlauf der Einträge.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Gerris Kompass, Produktionsversion 1: https://gerris-kompass.gerrit22.chatgpt.site/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Appshot aus der angemeldeten Produktions-App, aufgenommen am 29.07.2026.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Der Detailausschnitt zeigt weiterführende Reflexionsfragen und den fortlaufenden Eintrag.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Gerris Kompass, Produktionsversion 1: https://gerris-kompass.gerrit22.chatgpt.site/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Appshot aus der angemeldeten Produktions-App, aufgenommen am 29.07.2026.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Zum Abschluss die Live-Demo an der Navigation entlang fortsetzen.</a:t>
            </a:r>
          </a:p>
          <a:p xmlns:a="http://schemas.openxmlformats.org/drawingml/2006/main">
            <a:r>
              <a:t>Die Präsentation kann dabei als visueller Leitfaden und Referenz dienen.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Gerris Kompass, Produktionsversion 1: https://gerris-kompass.gerrit22.chatgpt.site/</a:t>
            </a:r>
          </a:p>
          <a:p xmlns:a="http://schemas.openxmlformats.org/drawingml/2006/main">
            <a:r>
              <a:t>- Appshot aus der angemeldeten Produktions-App, aufgenommen am 29.07.2026.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588e0d1004429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65786ce9bc4d0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14c6bb1aa24e4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cf789b83c44ef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d571d270d84fe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cd60887967443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3bc72a9db44dd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1eca010a134c2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739bd0a60f4a04" /><Relationship Type="http://schemas.openxmlformats.org/officeDocument/2006/relationships/image" Target="/ppt/media/image.png" Id="R28bed7c81e2b4e1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80c9571c5448d2" /><Relationship Type="http://schemas.openxmlformats.org/officeDocument/2006/relationships/image" Target="/ppt/media/image2.png" Id="R5e3396ef81b34847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28bed7c81e2b4e1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5e3396ef81b3484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4e1d1fb9f14501" /><Relationship Type="http://schemas.openxmlformats.org/officeDocument/2006/relationships/slideLayout" Target="/ppt/slideLayouts/slideLayout1.xml" Id="Ra37c21d46855488e" /><Relationship Type="http://schemas.openxmlformats.org/officeDocument/2006/relationships/slideLayout" Target="/ppt/slideLayouts/slideLayout2.xml" Id="R8c351b0e955144e1" /><Relationship Type="http://schemas.openxmlformats.org/officeDocument/2006/relationships/slideLayout" Target="/ppt/slideLayouts/slideLayout3.xml" Id="R8646aeb0aba74230" /><Relationship Type="http://schemas.openxmlformats.org/officeDocument/2006/relationships/slideLayout" Target="/ppt/slideLayouts/slideLayout4.xml" Id="Rab82a8bb39144244" /><Relationship Type="http://schemas.openxmlformats.org/officeDocument/2006/relationships/slideLayout" Target="/ppt/slideLayouts/slideLayout5.xml" Id="R676d99aaa0aa430f" /><Relationship Type="http://schemas.openxmlformats.org/officeDocument/2006/relationships/slideLayout" Target="/ppt/slideLayouts/slideLayout6.xml" Id="R2fb0d209506f4877" /><Relationship Type="http://schemas.openxmlformats.org/officeDocument/2006/relationships/slideLayout" Target="/ppt/slideLayouts/slideLayout7.xml" Id="R9e6fa813c9154048" /><Relationship Type="http://schemas.openxmlformats.org/officeDocument/2006/relationships/slideLayout" Target="/ppt/slideLayouts/slideLayout8.xml" Id="Rc813bdcd3fd74e23" /><Relationship Type="http://schemas.openxmlformats.org/officeDocument/2006/relationships/slideLayout" Target="/ppt/slideLayouts/slideLayout9.xml" Id="R2d1723226fbc47cf" /><Relationship Type="http://schemas.openxmlformats.org/officeDocument/2006/relationships/slideLayout" Target="/ppt/slideLayouts/slideLayout10.xml" Id="R72963e918c3e4f3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9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7c21d46855488e"/>
    <p:sldLayoutId xmlns:r="http://schemas.openxmlformats.org/officeDocument/2006/relationships" id="2147483650" r:id="R8c351b0e955144e1"/>
    <p:sldLayoutId xmlns:r="http://schemas.openxmlformats.org/officeDocument/2006/relationships" id="2147483651" r:id="R8646aeb0aba74230"/>
    <p:sldLayoutId xmlns:r="http://schemas.openxmlformats.org/officeDocument/2006/relationships" id="2147483652" r:id="Rab82a8bb39144244"/>
    <p:sldLayoutId xmlns:r="http://schemas.openxmlformats.org/officeDocument/2006/relationships" id="2147483653" r:id="R676d99aaa0aa430f"/>
    <p:sldLayoutId xmlns:r="http://schemas.openxmlformats.org/officeDocument/2006/relationships" id="2147483654" r:id="R2fb0d209506f4877"/>
    <p:sldLayoutId xmlns:r="http://schemas.openxmlformats.org/officeDocument/2006/relationships" id="2147483655" r:id="R9e6fa813c9154048"/>
    <p:sldLayoutId xmlns:r="http://schemas.openxmlformats.org/officeDocument/2006/relationships" id="2147483656" r:id="Rc813bdcd3fd74e23"/>
    <p:sldLayoutId xmlns:r="http://schemas.openxmlformats.org/officeDocument/2006/relationships" id="2147483657" r:id="R2d1723226fbc47cf"/>
    <p:sldLayoutId xmlns:r="http://schemas.openxmlformats.org/officeDocument/2006/relationships" id="2147483658" r:id="R72963e918c3e4f3b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ef61ea5d94674" /><Relationship Type="http://schemas.openxmlformats.org/officeDocument/2006/relationships/notesSlide" Target="/ppt/notesSlides/notesSlide1.xml" Id="R34a3481faea442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2929f942c746f4" /><Relationship Type="http://schemas.openxmlformats.org/officeDocument/2006/relationships/notesSlide" Target="/ppt/notesSlides/notesSlide2.xml" Id="R86098d0e7e7d4d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3845c2e8b94119" /><Relationship Type="http://schemas.openxmlformats.org/officeDocument/2006/relationships/image" Target="/ppt/media/image3.png" Id="Rc50337377f1a484a" /><Relationship Type="http://schemas.openxmlformats.org/officeDocument/2006/relationships/notesSlide" Target="/ppt/notesSlides/notesSlide3.xml" Id="R461e2a29517c41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ebb6c83e3b42c7" /><Relationship Type="http://schemas.openxmlformats.org/officeDocument/2006/relationships/image" Target="/ppt/media/image4.png" Id="Rc7d9db3775ff4386" /><Relationship Type="http://schemas.openxmlformats.org/officeDocument/2006/relationships/notesSlide" Target="/ppt/notesSlides/notesSlide4.xml" Id="Rcc0f12a21e1149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97c2866e80408a" /><Relationship Type="http://schemas.openxmlformats.org/officeDocument/2006/relationships/image" Target="/ppt/media/image5.png" Id="R9e1d8f94c8ec48fb" /><Relationship Type="http://schemas.openxmlformats.org/officeDocument/2006/relationships/notesSlide" Target="/ppt/notesSlides/notesSlide5.xml" Id="R7c4da331b8a54f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a7e6d15a164f9f" /><Relationship Type="http://schemas.openxmlformats.org/officeDocument/2006/relationships/image" Target="/ppt/media/image6.png" Id="Rbba81143a42545e3" /><Relationship Type="http://schemas.openxmlformats.org/officeDocument/2006/relationships/notesSlide" Target="/ppt/notesSlides/notesSlide6.xml" Id="Ra69a596dfdb04e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24522902f6469d" /><Relationship Type="http://schemas.openxmlformats.org/officeDocument/2006/relationships/image" Target="/ppt/media/image7.png" Id="Re0ee00b8c08c47c3" /><Relationship Type="http://schemas.openxmlformats.org/officeDocument/2006/relationships/notesSlide" Target="/ppt/notesSlides/notesSlide7.xml" Id="Ra7e31bfb29534d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37226f6bf6489c" /><Relationship Type="http://schemas.openxmlformats.org/officeDocument/2006/relationships/image" Target="/ppt/media/image8.png" Id="Rfcb0841f98524b73" /><Relationship Type="http://schemas.openxmlformats.org/officeDocument/2006/relationships/notesSlide" Target="/ppt/notesSlides/notesSlide8.xml" Id="R299ddb49612341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4e3754860a40ff" /><Relationship Type="http://schemas.openxmlformats.org/officeDocument/2006/relationships/image" Target="/ppt/media/image9.png" Id="R973eb2126cf04611" /><Relationship Type="http://schemas.openxmlformats.org/officeDocument/2006/relationships/notesSlide" Target="/ppt/notesSlides/notesSlide9.xml" Id="Re48615ff92d84fc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efb07524874408" /><Relationship Type="http://schemas.openxmlformats.org/officeDocument/2006/relationships/image" Target="/ppt/media/image10.png" Id="R0bf414a53cf14a27" /><Relationship Type="http://schemas.openxmlformats.org/officeDocument/2006/relationships/notesSlide" Target="/ppt/notesSlides/notesSlide10.xml" Id="Rbd5eef460969446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11a9f769324306" /><Relationship Type="http://schemas.openxmlformats.org/officeDocument/2006/relationships/image" Target="/ppt/media/image11.png" Id="R1c9fb648ff6343ce" /><Relationship Type="http://schemas.openxmlformats.org/officeDocument/2006/relationships/notesSlide" Target="/ppt/notesSlides/notesSlide11.xml" Id="R75231132e010435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d60038b71c4871" /><Relationship Type="http://schemas.openxmlformats.org/officeDocument/2006/relationships/image" Target="/ppt/media/image12.png" Id="R3699d15a8fe44cd8" /><Relationship Type="http://schemas.openxmlformats.org/officeDocument/2006/relationships/notesSlide" Target="/ppt/notesSlides/notesSlide12.xml" Id="Rc1b01d9a8a514c1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7fd6ddab4342c8" /><Relationship Type="http://schemas.openxmlformats.org/officeDocument/2006/relationships/image" Target="/ppt/media/image13.png" Id="R73667bbf03b54e69" /><Relationship Type="http://schemas.openxmlformats.org/officeDocument/2006/relationships/notesSlide" Target="/ppt/notesSlides/notesSlide13.xml" Id="R5e91c0f0c6fd4e5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c36c0babf548a0" /><Relationship Type="http://schemas.openxmlformats.org/officeDocument/2006/relationships/image" Target="/ppt/media/image14.png" Id="R2388937b476f4fcd" /><Relationship Type="http://schemas.openxmlformats.org/officeDocument/2006/relationships/notesSlide" Target="/ppt/notesSlides/notesSlide14.xml" Id="Rc1678bd238bb411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7f189aa3742f4" /><Relationship Type="http://schemas.openxmlformats.org/officeDocument/2006/relationships/notesSlide" Target="/ppt/notesSlides/notesSlide15.xml" Id="R16178048b27f4290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F24658D-7578-8E1B-095D-2634178665B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850746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6500">
                <a:solidFill>
                  <a:schemeClr val="accent3"/>
                </a:solidFill>
              </a:rPr>
              <a:t>Gerris Kompass
Produktführung &amp; Appshots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FCDDD1-6B62-D648-FCD8-F519A8EBFE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170707"/>
            <a:ext cx="3568700" cy="6477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>Aufnahmen: 29. Juli 2026</a:t>
            </a:r>
          </a:p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Produktionsversion 1</a:t>
            </a:r>
          </a:p>
        </p:txBody>
      </p:sp>
      <p:sp>
        <p:nvSpPr>
          <p:cNvPr id="2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E36FE5-F5E6-DBA2-7BCD-BDE05B2A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789" y="5170707"/>
            <a:ext cx="3568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>Präsentiert von</a:t>
            </a:r>
          </a:p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Gerrit F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1855E0C5-A5E4-590B-0D77-15A6F24D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8228" y="623595"/>
            <a:ext cx="319923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Version 1</a:t>
            </a:r>
          </a:p>
        </p:txBody>
      </p:sp>
      <p:sp>
        <p:nvSpPr>
          <p:cNvPr id="7" name="Subtitle 4">
            <a:extLst xmlns:a="http://schemas.openxmlformats.org/drawingml/2006/main">
              <a:ext uri="{FF2B5EF4-FFF2-40B4-BE49-F238E27FC236}">
                <a16:creationId xmlns:a16="http://schemas.microsoft.com/office/drawing/2014/main" id="{5794C0B2-4912-64A0-21CF-60B66252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23595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Gerris Kompass</a:t>
            </a: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341CE3E3-8172-4F7A-A2F5-4ACF5D8C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37" y="374574"/>
            <a:ext cx="11422926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7A8CA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9869472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40BD946D-556A-ECA8-679C-19ABE963A4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965513"/>
            <a:ext cx="9448800" cy="106648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3800"/>
              <a:t>So führt die Präsentation durch die Webapp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173F7058-30A0-0125-1A90-B808A012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2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800" b="0" i="0" u="none" cap="none">
                <a:ln>
                  <a:noFill/>
                </a:ln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App-Führung</a:t>
            </a:r>
          </a:p>
        </p:txBody>
      </p:sp>
      <p:graphicFrame>
        <p:nvGraphicFramePr>
          <p:cNvPr id="10" name="Table 6"/>
          <p:cNvGraphicFramePr/>
          <p:nvPr/>
        </p:nvGraphicFramePr>
        <p:xfrm>
          <a:off xmlns:a="http://schemas.openxmlformats.org/drawingml/2006/main" x="393698" y="2667171"/>
          <a:ext xmlns:a="http://schemas.openxmlformats.org/drawingml/2006/main" cx="7835901" cy="3281658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302"/>
                <a:gridCol w="7213599"/>
              </a:tblGrid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Heute: Fokus und Tagesrhythmus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Aufgaben: Priorität und Fortschritt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Kalender: Termine und Erinnerungen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Finanzen: Überblick und Verlauf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05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Unterlagen: Ordnung und Vorschau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06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Journal: Reflexion und Verlauf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D9ED408-E4DF-E76D-2726-E1F5A044108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598689-54C9-18A7-3A19-ED76AA08988F}" type="slidenum">
              <a:rPr sz="1100" b="0" i="0" u="none" cap="none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277949545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75963AB4-37A1-4F3F-9C7B-013B220DD4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5195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Heute bündelt Fokus, Zahlungen und Rhythmus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41400"/>
            <a:ext cx="11404599" cy="8452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Die Startansicht verdichtet den Tag auf nächste Schritte, finanzielle Hinweise und motivierende Routinen.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  <p:pic>
        <p:nvPicPr>
          <p:cNvPr id="5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0337377f1a484a"/>
          <a:stretch xmlns:a="http://schemas.openxmlformats.org/drawingml/2006/main"/>
        </p:blipFill>
        <p:spPr>
          <a:xfrm xmlns:a="http://schemas.openxmlformats.org/drawingml/2006/main">
            <a:off x="1095375" y="2064525"/>
            <a:ext cx="10001250" cy="46815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93291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75963AB4-37A1-4F3F-9C7B-013B220DD4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5195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Unterhalb des Einstiegs wird der Tag konkret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41400"/>
            <a:ext cx="11404599" cy="8452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Fokusliste, nächste Agenda und verbundene Dienste führen ohne Medienbruch von Überblick zu Handlung.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  <p:pic>
        <p:nvPicPr>
          <p:cNvPr id="5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d9db3775ff4386"/>
          <a:stretch xmlns:a="http://schemas.openxmlformats.org/drawingml/2006/main"/>
        </p:blipFill>
        <p:spPr>
          <a:xfrm xmlns:a="http://schemas.openxmlformats.org/drawingml/2006/main">
            <a:off x="1095375" y="2064525"/>
            <a:ext cx="10001250" cy="46815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93291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75963AB4-37A1-4F3F-9C7B-013B220DD4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5195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Aufgaben zeigen den sinnvollsten nächsten Schritt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41400"/>
            <a:ext cx="11404599" cy="8452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Die Board-Logik ordnet Arbeit nach Dringlichkeit und Wichtigkeit, ohne den Gesamtfortschritt zu verstecken.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</a:p>
        </p:txBody>
      </p:sp>
      <p:pic>
        <p:nvPicPr>
          <p:cNvPr id="5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1d8f94c8ec48fb"/>
          <a:stretch xmlns:a="http://schemas.openxmlformats.org/drawingml/2006/main"/>
        </p:blipFill>
        <p:spPr>
          <a:xfrm xmlns:a="http://schemas.openxmlformats.org/drawingml/2006/main">
            <a:off x="1095375" y="2064525"/>
            <a:ext cx="10001250" cy="46815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93291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75963AB4-37A1-4F3F-9C7B-013B220DD4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5195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Das Board hält Priorität und Fortschritt sichtbar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41400"/>
            <a:ext cx="11404599" cy="8452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Aufgabenkarten, Fälligkeiten und Abschlussstand bleiben auch im unteren Bereich auf einen Blick erfassbar.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pic>
        <p:nvPicPr>
          <p:cNvPr id="5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a81143a42545e3"/>
          <a:stretch xmlns:a="http://schemas.openxmlformats.org/drawingml/2006/main"/>
        </p:blipFill>
        <p:spPr>
          <a:xfrm xmlns:a="http://schemas.openxmlformats.org/drawingml/2006/main">
            <a:off x="1095375" y="2064525"/>
            <a:ext cx="10001250" cy="46815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93291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75963AB4-37A1-4F3F-9C7B-013B220DD4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5195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Kalender verbindet Termine und Erinnerungen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41400"/>
            <a:ext cx="11404599" cy="8452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Kompakte Kennzahlen, Agenda und private Zahlungshinweise teilen sich eine ruhige, konsistente Oberfläche.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pic>
        <p:nvPicPr>
          <p:cNvPr id="5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ee00b8c08c47c3"/>
          <a:stretch xmlns:a="http://schemas.openxmlformats.org/drawingml/2006/main"/>
        </p:blipFill>
        <p:spPr>
          <a:xfrm xmlns:a="http://schemas.openxmlformats.org/drawingml/2006/main">
            <a:off x="1095375" y="2064525"/>
            <a:ext cx="10001250" cy="46815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93291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75963AB4-37A1-4F3F-9C7B-013B220DD4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5195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Die Monatsansicht bleibt Teil desselben Flows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41400"/>
            <a:ext cx="11404599" cy="8452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Die eingebettete Monatsansicht ergänzt die nächsten Termine, ohne die gewohnte Navigation zu verlassen.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pic>
        <p:nvPicPr>
          <p:cNvPr id="5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b0841f98524b73"/>
          <a:stretch xmlns:a="http://schemas.openxmlformats.org/drawingml/2006/main"/>
        </p:blipFill>
        <p:spPr>
          <a:xfrm xmlns:a="http://schemas.openxmlformats.org/drawingml/2006/main">
            <a:off x="1095375" y="2064525"/>
            <a:ext cx="10001250" cy="46815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93291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75963AB4-37A1-4F3F-9C7B-013B220DD4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5195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Finanzen werden ruhig und nachvollziehbar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41400"/>
            <a:ext cx="11404599" cy="8452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Kennzahlen für Monat, Zukunft, Budget und Zahlrhythmus schaffen Orientierung vor der Einzelpostenprüfung.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  <p:pic>
        <p:nvPicPr>
          <p:cNvPr id="5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3eb2126cf04611"/>
          <a:stretch xmlns:a="http://schemas.openxmlformats.org/drawingml/2006/main"/>
        </p:blipFill>
        <p:spPr>
          <a:xfrm xmlns:a="http://schemas.openxmlformats.org/drawingml/2006/main">
            <a:off x="1095375" y="2064525"/>
            <a:ext cx="10001250" cy="46815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93291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75963AB4-37A1-4F3F-9C7B-013B220DD4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5195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Alle Posten machen den Verlauf transparent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41400"/>
            <a:ext cx="11404599" cy="8452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Filter und Tabellenansicht führen von der Zusammenfassung in eine prüfbare Liste einzelner Kosten.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</a:p>
        </p:txBody>
      </p:sp>
      <p:pic>
        <p:nvPicPr>
          <p:cNvPr id="5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f414a53cf14a27"/>
          <a:stretch xmlns:a="http://schemas.openxmlformats.org/drawingml/2006/main"/>
        </p:blipFill>
        <p:spPr>
          <a:xfrm xmlns:a="http://schemas.openxmlformats.org/drawingml/2006/main">
            <a:off x="1095375" y="2064525"/>
            <a:ext cx="10001250" cy="46815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93291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75963AB4-37A1-4F3F-9C7B-013B220DD4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5195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Unterlagen bleiben lesbar, sortiert und griffbereit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41400"/>
            <a:ext cx="11404599" cy="8452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Drive-Ordner, Kategorien und Dateikarten verbinden persönliche Ordnung mit direktem Zugriff.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</a:p>
        </p:txBody>
      </p:sp>
      <p:pic>
        <p:nvPicPr>
          <p:cNvPr id="5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9fb648ff6343ce"/>
          <a:stretch xmlns:a="http://schemas.openxmlformats.org/drawingml/2006/main"/>
        </p:blipFill>
        <p:spPr>
          <a:xfrm xmlns:a="http://schemas.openxmlformats.org/drawingml/2006/main">
            <a:off x="1095375" y="2064525"/>
            <a:ext cx="10001250" cy="46815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93291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75963AB4-37A1-4F3F-9C7B-013B220DD4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5195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Ordnerstruktur und Vorschau sparen Suchzeit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41400"/>
            <a:ext cx="11404599" cy="8452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Tiefer liegende Kategorien und die optimierte Vorschau machen Unterlagen auch im Detail präsentierbar.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</a:p>
        </p:txBody>
      </p:sp>
      <p:pic>
        <p:nvPicPr>
          <p:cNvPr id="5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99d15a8fe44cd8"/>
          <a:stretch xmlns:a="http://schemas.openxmlformats.org/drawingml/2006/main"/>
        </p:blipFill>
        <p:spPr>
          <a:xfrm xmlns:a="http://schemas.openxmlformats.org/drawingml/2006/main">
            <a:off x="1095375" y="2064525"/>
            <a:ext cx="10001250" cy="46815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93291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75963AB4-37A1-4F3F-9C7B-013B220DD4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5195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Das Journal macht Reflexion leicht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41400"/>
            <a:ext cx="11404599" cy="8452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Tagesbewertung, kurzer Rückblick und Verlauf senken die Hürde für eine regelmäßige persönliche Reflexion.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</a:p>
        </p:txBody>
      </p:sp>
      <p:pic>
        <p:nvPicPr>
          <p:cNvPr id="5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667bbf03b54e69"/>
          <a:stretch xmlns:a="http://schemas.openxmlformats.org/drawingml/2006/main"/>
        </p:blipFill>
        <p:spPr>
          <a:xfrm xmlns:a="http://schemas.openxmlformats.org/drawingml/2006/main">
            <a:off x="1095375" y="2064525"/>
            <a:ext cx="10001250" cy="46815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93291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75963AB4-37A1-4F3F-9C7B-013B220DD4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5195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Prompts und Verlauf vertiefen den Rückblick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41400"/>
            <a:ext cx="11404599" cy="8452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Zusätzliche Fragen führen strukturiert von Stimmung und Fortschritt zu einem greifbaren nächsten Schritt.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</a:p>
        </p:txBody>
      </p:sp>
      <p:pic>
        <p:nvPicPr>
          <p:cNvPr id="5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88937b476f4fcd"/>
          <a:stretch xmlns:a="http://schemas.openxmlformats.org/drawingml/2006/main"/>
        </p:blipFill>
        <p:spPr>
          <a:xfrm xmlns:a="http://schemas.openxmlformats.org/drawingml/2006/main">
            <a:off x="1095375" y="2064525"/>
            <a:ext cx="10001250" cy="46815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932910"/>
      </p:ext>
    </p:extLst>
  </p:cSld>
</p:sld>
</file>

<file path=ppt/slides/slide15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16E6E18-DCB5-27BF-4701-D93C82ECBFD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681498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6800">
                <a:solidFill>
                  <a:schemeClr val="accent3"/>
                </a:solidFill>
              </a:rPr>
              <a:t>Ein ruhiger Kompass
für den ganzen Alltag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DF85E7E-4696-758B-00CF-3C8AE6DE933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346700"/>
            <a:ext cx="3568700" cy="7068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Sechs Ansichten, ein gemeinsamer Informationsfluss</a:t>
            </a:r>
            <a:r>
              <a:rPr sz="1800">
                <a:solidFill>
                  <a:schemeClr val="accent3"/>
                </a:solidFill>
              </a:rPr>
              <a:t> </a:t>
            </a:r>
          </a:p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Bereit für die Live-Demo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23E257-E836-DD5D-F7F1-70302542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800" b="0" i="0" u="none" cap="none">
                <a:ln>
                  <a:noFill/>
                </a:ln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Gerris Kompass</a:t>
            </a:r>
          </a:p>
        </p:txBody>
      </p:sp>
    </p:spTree>
    <p:extLst>
      <p:ext uri="{BB962C8B-B14F-4D97-AF65-F5344CB8AC3E}">
        <p14:creationId xmlns:p14="http://schemas.microsoft.com/office/powerpoint/2010/main" val="3206328494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2026-07-29T01:08:45.9900000Z</dcterms:created>
  <dcterms:modified xsi:type="dcterms:W3CDTF">2026-07-29T01:08:45.9900000Z</dcterms:modified>
</coreProperties>
</file>